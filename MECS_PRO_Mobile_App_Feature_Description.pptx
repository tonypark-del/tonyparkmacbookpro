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MECS PRO Mobile App – Feature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D6E3"/>
                </a:solidFill>
                <a:latin typeface="Calibri"/>
              </a:rPr>
              <a:t>iOS app with the same core functions as the web platform: bedside monitoring, diaper alerts and sensitivity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A8F"/>
                </a:solidFill>
                <a:latin typeface="Calibri"/>
              </a:rPr>
              <a:t>Attachment 1 to the MOU · MONIT Corp. · MECS PRO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A8F"/>
                </a:solidFill>
                <a:latin typeface="Calibri"/>
              </a:rPr>
              <a:t>1 / 1</a:t>
            </a:r>
          </a:p>
        </p:txBody>
      </p:sp>
      <p:pic>
        <p:nvPicPr>
          <p:cNvPr id="8" name="Picture 7" descr="m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2011680" cy="4150046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6576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① Bed dashboard</a:t>
            </a:r>
          </a:p>
        </p:txBody>
      </p:sp>
      <p:pic>
        <p:nvPicPr>
          <p:cNvPr id="10" name="Picture 9" descr="m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280160"/>
            <a:ext cx="2011680" cy="4150046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51460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② Sensitivity Settings</a:t>
            </a:r>
          </a:p>
        </p:txBody>
      </p:sp>
      <p:pic>
        <p:nvPicPr>
          <p:cNvPr id="12" name="Picture 11" descr="m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2011680" cy="4150046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66344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③ Settings</a:t>
            </a:r>
          </a:p>
        </p:txBody>
      </p:sp>
      <p:pic>
        <p:nvPicPr>
          <p:cNvPr id="14" name="Picture 13" descr="m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79" y="1280160"/>
            <a:ext cx="2011680" cy="4150046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812279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2A4A"/>
                </a:solidFill>
                <a:latin typeface="Calibri"/>
              </a:rPr>
              <a:t>④ Alert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8458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7A8F"/>
                </a:solidFill>
                <a:latin typeface="Calibri"/>
              </a:rPr>
              <a:t>Screens show sample data from a test environment. The notification (bell) page and the per-bed “⋯” menu are not shown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743200" cy="14173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280160"/>
            <a:ext cx="64008" cy="141732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316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A4A"/>
                </a:solidFill>
                <a:latin typeface="Calibri"/>
              </a:rPr>
              <a:t>① Bed-by-bed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572768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Calibri"/>
              </a:rPr>
              <a:t>Card per bed: bed no., patient no., battery %, Connected status, last-updated time and status bar. Empty beds show “Available – Ready to Connect” with Add Patient. Alert Records per patient; bell and gear icons on top.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807208"/>
            <a:ext cx="2743200" cy="1234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807208"/>
            <a:ext cx="64008" cy="123444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843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A4A"/>
                </a:solidFill>
                <a:latin typeface="Calibri"/>
              </a:rPr>
              <a:t>② Per-device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099815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Calibri"/>
              </a:rPr>
              <a:t>Choose 5 presets from Sensitive to Insensitive (selected level explained, e.g., “slightly more diaper alerts”), or open Personal Customization. Applies to the selected sensor ID; Save / Cancel.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4151376"/>
            <a:ext cx="2743200" cy="10058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4151376"/>
            <a:ext cx="64008" cy="100584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187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A4A"/>
                </a:solidFill>
                <a:latin typeface="Calibri"/>
              </a:rPr>
              <a:t>③ 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44398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Calibri"/>
              </a:rPr>
              <a:t>User Mode (e.g., Enterprise Mode, switchable), App Language (English), Notification Sound selection, Alert Time and app version.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5266944"/>
            <a:ext cx="2743200" cy="8686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5266944"/>
            <a:ext cx="64008" cy="8686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2A4A"/>
                </a:solidFill>
                <a:latin typeface="Calibri"/>
              </a:rPr>
              <a:t>④ Alert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559552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Calibri"/>
              </a:rPr>
              <a:t>Slider (1–10 seconds) sets how long the notification sound plays when a diaper change is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