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MECS PRO Monitoring Platform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D6E3"/>
                </a:solidFill>
                <a:latin typeface="Calibri"/>
              </a:rPr>
              <a:t>Web-based AIoT diaper monitoring and caregiver alert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A8F"/>
                </a:solidFill>
                <a:latin typeface="Calibri"/>
              </a:rPr>
              <a:t>Attachment 1 to the MOU · MONIT Corp. · MECS PRO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A8F"/>
                </a:solidFill>
                <a:latin typeface="Calibri"/>
              </a:rPr>
              <a:t>1 / 3</a:t>
            </a:r>
          </a:p>
        </p:txBody>
      </p:sp>
      <p:pic>
        <p:nvPicPr>
          <p:cNvPr id="8" name="Picture 7" descr="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40" cy="4134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48640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A8F"/>
                </a:solidFill>
                <a:latin typeface="Calibri"/>
              </a:rPr>
              <a:t>Figure: Room view of the MECS PRO web dashboard (sample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A4A"/>
                </a:solidFill>
                <a:latin typeface="Calibri"/>
              </a:rPr>
              <a:t>Main navigation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691640"/>
            <a:ext cx="4114800" cy="71323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691640"/>
            <a:ext cx="64008" cy="713232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7190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A4A"/>
                </a:solidFill>
                <a:latin typeface="Calibri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9339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>Real-time view of wards, rooms, patients and sensors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496312"/>
            <a:ext cx="4114800" cy="71323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2496312"/>
            <a:ext cx="64008" cy="713232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52374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A4A"/>
                </a:solidFill>
                <a:latin typeface="Calibri"/>
              </a:rPr>
              <a:t>Device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7980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>Information on registered devices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300984"/>
            <a:ext cx="4114800" cy="71323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3300984"/>
            <a:ext cx="64008" cy="713232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3328415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A4A"/>
                </a:solidFill>
                <a:latin typeface="Calibri"/>
              </a:rPr>
              <a:t>Manage sensors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6027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>Registration and management of sensors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4105656"/>
            <a:ext cx="4114800" cy="71323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4105656"/>
            <a:ext cx="64008" cy="713232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41330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A4A"/>
                </a:solidFill>
                <a:latin typeface="Calibri"/>
              </a:rPr>
              <a:t>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407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>Alert list and notification handling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4910328"/>
            <a:ext cx="4114800" cy="71323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4910328"/>
            <a:ext cx="64008" cy="713232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49377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2A4A"/>
                </a:solidFill>
                <a:latin typeface="Calibri"/>
              </a:rPr>
              <a:t>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212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>System / account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573328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A8F"/>
                </a:solidFill>
                <a:latin typeface="Calibri"/>
              </a:rPr>
              <a:t>Also: global search (ward, room, patient, sensor), language selector, manual refresh with last-updated time, and secure sign-out.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Key Features – Real-time Monitoring &amp;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D6E3"/>
                </a:solidFill>
                <a:latin typeface="Calibri"/>
              </a:rPr>
              <a:t>What caregivers see and do from the Room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A8F"/>
                </a:solidFill>
                <a:latin typeface="Calibri"/>
              </a:rPr>
              <a:t>Attachment 1 to the MOU · MONIT Corp. · MECS PRO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A8F"/>
                </a:solidFill>
                <a:latin typeface="Calibri"/>
              </a:rPr>
              <a:t>2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1508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64008" cy="15087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Hierarchical drill-down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Ward / Room List → Ward → Room navigation with breadcrumb and Back button; patient count shown per room.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486400" cy="1508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64008" cy="15087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Status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At-a-glance counters per room: Dirty, Connected, Disconnected and Unconnected sensors.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5486400" cy="1508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64008" cy="15087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363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Per-patient sensor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Each card shows room tag, sensor name, battery level (%), alert toggle, health/status indicator, status bar and last-updated time.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063240"/>
            <a:ext cx="5486400" cy="1508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063240"/>
            <a:ext cx="64008" cy="15087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1363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Automatic refresh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7472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Sensor data updates in near real time; page shows the last-updated time and supports manual refresh.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5486400" cy="1508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54880"/>
            <a:ext cx="64008" cy="15087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Alerts &amp; 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Per-sensor alert on/off, Room alerts shortcut, and a Notification History view for each sensor.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754880"/>
            <a:ext cx="5486400" cy="1508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754880"/>
            <a:ext cx="64008" cy="15087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8280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Battery &amp; connectivity awareness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16636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Battery % per sensor and connection state counters help staff spot devices needing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Key Features – Management &amp;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D6E3"/>
                </a:solidFill>
                <a:latin typeface="Calibri"/>
              </a:rPr>
              <a:t>Configuration tools for administrators and nursing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A8F"/>
                </a:solidFill>
                <a:latin typeface="Calibri"/>
              </a:rPr>
              <a:t>Attachment 1 to the MOU · MONIT Corp. · MECS PRO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A8F"/>
                </a:solidFill>
                <a:latin typeface="Calibri"/>
              </a:rPr>
              <a:t>3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486400" cy="12801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64008" cy="12801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Patient assignment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Assign patient to a sensor from the Room view; Register info to enter patient / sensor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486400" cy="12801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64008" cy="12801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447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Manage 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Administrators can arrange the dashboard layout of wards and rooms to match the facility.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486400" cy="12801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64008" cy="12801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077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Sensor &amp; device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Dedicated Manage sensors and Device info menus for registering and reviewing devices.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834640"/>
            <a:ext cx="5486400" cy="12801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834640"/>
            <a:ext cx="64008" cy="12801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9077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Global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24612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Single search box to find a ward, room, patient or sensor quickly.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5486400" cy="12801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64008" cy="12801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08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Role-based organisation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Sign-in under an organisation account (e.g., organization_admin) scoped to that organisation’s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297680"/>
            <a:ext cx="5486400" cy="12801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297680"/>
            <a:ext cx="64008" cy="1280160"/>
          </a:xfrm>
          <a:prstGeom prst="rect">
            <a:avLst/>
          </a:prstGeom>
          <a:solidFill>
            <a:srgbClr val="00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3708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A4A"/>
                </a:solidFill>
                <a:latin typeface="Calibri"/>
              </a:rPr>
              <a:t>Multi-language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70916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>Language selector (English shown) for international deployments.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A8F"/>
                </a:solidFill>
                <a:latin typeface="Calibri"/>
              </a:rPr>
              <a:t>Note: Features are described from the dashboard screen shown above; Device info, Manage sensors, Alerts and Settings menus are listed by name. Functions may evolve with product 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